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71" r:id="rId4"/>
    <p:sldId id="272" r:id="rId5"/>
    <p:sldId id="257" r:id="rId6"/>
    <p:sldId id="258" r:id="rId7"/>
    <p:sldId id="269" r:id="rId8"/>
    <p:sldId id="259" r:id="rId9"/>
    <p:sldId id="260" r:id="rId10"/>
    <p:sldId id="261" r:id="rId11"/>
    <p:sldId id="262" r:id="rId12"/>
    <p:sldId id="264" r:id="rId13"/>
    <p:sldId id="265" r:id="rId14"/>
    <p:sldId id="266" r:id="rId15"/>
    <p:sldId id="267" r:id="rId16"/>
    <p:sldId id="26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Profit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Vankayala Dilip Datta Sai</a:t>
            </a:r>
          </a:p>
          <a:p>
            <a:pPr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Institute: YISU Training Institute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Hyderabad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Company: TCS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Duration: 29 Sept 2025 – 10 Nov 2025</a:t>
            </a:r>
          </a:p>
          <a:p>
            <a:pPr>
              <a:defRPr sz="2000"/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Placement Success Program – Graduate Engineer Trainee (GET-IT)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EA981-7385-FD35-6703-78E38AC74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484187"/>
            <a:ext cx="7772400" cy="147002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Profit Analytics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33DD8C-02B4-9D16-C8FD-BEA4459D75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071" y="2104103"/>
            <a:ext cx="7393858" cy="4395020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50000"/>
              </a:lnSpc>
            </a:pPr>
            <a:r>
              <a:rPr lang="en-US" sz="3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Highlights:</a:t>
            </a:r>
            <a:endParaRPr lang="en-US" sz="3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analysis of retail sales and profit data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used for cleaning, transformation, and insights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used for dashboard creation and visualization</a:t>
            </a:r>
          </a:p>
          <a:p>
            <a:pPr marL="571500" indent="-5715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Focused on improving profitability and business decisions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969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DEA5B8-0201-C2DA-296E-B05B4FC093B4}"/>
              </a:ext>
            </a:extLst>
          </p:cNvPr>
          <p:cNvSpPr txBox="1"/>
          <p:nvPr/>
        </p:nvSpPr>
        <p:spPr>
          <a:xfrm>
            <a:off x="393290" y="199804"/>
            <a:ext cx="844591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raw superstore sales data into actionable business insights.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→ Data cleaning, preprocessing, and exploratory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→ Dashboard creation and visual storytelling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category generated highest profit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segment contributed most sales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Discounts above 25% reduce profit margins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Sales peak during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Quarter 4 (Oct–Dec)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West region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(especially California) most profitable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analytics workflow integrating Python &amp; Power BI for data-driven retail decision-making.</a:t>
            </a:r>
          </a:p>
        </p:txBody>
      </p:sp>
    </p:spTree>
    <p:extLst>
      <p:ext uri="{BB962C8B-B14F-4D97-AF65-F5344CB8AC3E}">
        <p14:creationId xmlns:p14="http://schemas.microsoft.com/office/powerpoint/2010/main" val="3448291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2B5A9D-379A-D84F-DFDE-4B7D5656417B}"/>
              </a:ext>
            </a:extLst>
          </p:cNvPr>
          <p:cNvSpPr txBox="1"/>
          <p:nvPr/>
        </p:nvSpPr>
        <p:spPr>
          <a:xfrm>
            <a:off x="255639" y="235974"/>
            <a:ext cx="8593393" cy="566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					       </a:t>
            </a: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Analyses large-scale retail data from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Superstore Dataset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Focus on sales, profit, discount, category, region &amp; customer segment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Aims to convert raw data into meaningful insights for management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Concepts: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Analytics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Finding trends and patterns using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Profit Analytics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Understanding which areas drive profitability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Business Intelligence (Power BI)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Visualizing data for better decisions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Identify best-selling and profitable product categories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Analyses customer segment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Study seasonal sales trends and regional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Evaluate discount impact on profit</a:t>
            </a:r>
          </a:p>
        </p:txBody>
      </p:sp>
    </p:spTree>
    <p:extLst>
      <p:ext uri="{BB962C8B-B14F-4D97-AF65-F5344CB8AC3E}">
        <p14:creationId xmlns:p14="http://schemas.microsoft.com/office/powerpoint/2010/main" val="3340999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transform retail sales data into meaningful business insights using modern analytics tools.</a:t>
            </a: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sales, profit, and discount behavior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categories, regions, and customer segments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end-to-end analytical solution using Python and Power BI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insights interactively through dashboards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organizations collect huge amounts of data daily but fail to utilize it effectively.</a:t>
            </a: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or incomplete data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ability to visualize and compare trends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clarity on how discounts and regions affect profits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centralized analytics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structured, data-driven approach that converts raw sales data into actionable business intelligence.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B999D7F-04BA-E5B8-B072-CA22F8E534F5}"/>
              </a:ext>
            </a:extLst>
          </p:cNvPr>
          <p:cNvSpPr txBox="1"/>
          <p:nvPr/>
        </p:nvSpPr>
        <p:spPr>
          <a:xfrm>
            <a:off x="678425" y="167147"/>
            <a:ext cx="7787149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Superstore Profit Analytics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is designed to explore key business questions by formulating the following hypotheses: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Technology category generates the highest total sales and profit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Furniture and Office Supplies.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(Tested by comparing category-wise sales and profit in both Python and Power BI dashboards.)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Consumer segment contributes the largest share of overall sales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Corporate segment yields higher profit per order.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(Validated using segment-wise sales and profit analysis.)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and profits show a seasonal increase during Quarter 4 (October–December)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higher consumer spending.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(Confirmed through time-series visualization of monthly and quarterly sales trends.)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greater than 25 % lead to reduced profit margins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negatively impacting total profitability.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(Analyzed using discount bins and profit margin comparison charts.)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West region, particularly California and Washington, is the most profitable region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terms of total sales and average profit per order.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(Verified through regional and geospatial analysis in Power BI.)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8827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Analytical Process: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Acquisition – Collected dataset from Kaggle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– Removed nulls, duplicates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Transformation – Added Profit Margin, Discount Bins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 – Discovered trends using Python visuals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– Created interactive dashboards in Power BI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Validation – Cross-checked insights between Python and Power BI</a:t>
            </a: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Workflow: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→ Python → Excel → Power BI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&amp; Analysis Tools: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3.11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Pandas, NumPy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Matplotlib, Seaborn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Power BI</a:t>
            </a:r>
          </a:p>
          <a:p>
            <a:pPr marL="457200" indent="-457200" algn="l">
              <a:buFont typeface="+mj-lt"/>
              <a:buAutoNum type="arabicPeriod"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Environment: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10 |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| Power BI Desktop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Source: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 – Global Superstore Dataset</a:t>
            </a: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Records: 9,994 | Attributes: 21</a:t>
            </a: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Columns:</a:t>
            </a: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Sales, Profit, Quantity, Discount</a:t>
            </a: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Category, Sub-Category, Segment, Region</a:t>
            </a: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Date, Ship Date</a:t>
            </a: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performance by analyzing profitability, trends, and customer behavior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&amp; duplicate records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dates to datetime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column names</a:t>
            </a:r>
          </a:p>
          <a:p>
            <a:pPr marL="0" indent="0">
              <a:buNone/>
              <a:defRPr sz="20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fields: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Profit Margin = Profit / Sales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Month,  Year</a:t>
            </a:r>
          </a:p>
          <a:p>
            <a:pPr marL="0" indent="0" algn="l">
              <a:buNone/>
              <a:defRPr sz="20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dataset 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 CLEANED DATASET.csv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) ready for visualization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1: 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Components: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Cards: Total Sales, Profit, Orders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 Sales vs Profit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Category Comparison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Map: Regional Sales</a:t>
            </a:r>
          </a:p>
          <a:p>
            <a:pPr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Top 10 Customers</a:t>
            </a: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&amp; West Region lead performance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Steady upward Q4 trend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2: Analytical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Components: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Waterfall Chart: Discount Impact</a:t>
            </a:r>
          </a:p>
          <a:p>
            <a:pPr algn="l">
              <a:defRPr sz="2000"/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Treemap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Profit by Segment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Donut Chart: Segment Sales</a:t>
            </a:r>
          </a:p>
          <a:p>
            <a:pPr algn="l">
              <a:defRPr sz="2000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Insights: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&gt;25% reduce profit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Corporate segment high profit/order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Class dominates shipping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defRPr sz="20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generates maximum profit</a:t>
            </a:r>
          </a:p>
          <a:p>
            <a:pPr algn="l">
              <a:defRPr sz="20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segment = 52% total sales</a:t>
            </a:r>
          </a:p>
          <a:p>
            <a:pPr algn="l">
              <a:defRPr sz="20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West Region best profitability</a:t>
            </a:r>
          </a:p>
          <a:p>
            <a:pPr algn="l">
              <a:defRPr sz="20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discounts reduce margins</a:t>
            </a:r>
          </a:p>
          <a:p>
            <a:pPr algn="l">
              <a:defRPr sz="2000"/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peak in Q4 (seasonal trend)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Technology Category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Focus on Technology products like Phones and Accessories to boost overall profit.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Consumer Segment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Strengthen marketing efforts for the Consumer segment, which contributes the highest sales.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 Discounts Above 25%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Keep discounts below 25% to maintain healthy profit margins.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Logistics in South Region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Enhance delivery speed and efficiency to reduce shipping delays and costs.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Inventory Before Q4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 adequate stock levels before the Q4 (Oct–Dec) peak sales period.</a:t>
            </a:r>
          </a:p>
          <a:p>
            <a:pPr marL="0" indent="0" algn="l">
              <a:buNone/>
              <a:defRPr sz="2000"/>
            </a:pPr>
            <a:endParaRPr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end-to-end analytics pipeline using Python &amp; Power BI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raw data into actionable insights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data-driven decision-making</a:t>
            </a:r>
          </a:p>
          <a:p>
            <a:pPr algn="l"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Enhancements: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forecasting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Automation via Power BI Service</a:t>
            </a:r>
          </a:p>
          <a:p>
            <a:pPr algn="l"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Multi-year trend expansion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1035</Words>
  <Application>Microsoft Office PowerPoint</Application>
  <PresentationFormat>On-screen Show (4:3)</PresentationFormat>
  <Paragraphs>167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Superstore Profit Analytics</vt:lpstr>
      <vt:lpstr>Superstore Profit Analytics</vt:lpstr>
      <vt:lpstr>PowerPoint Presentation</vt:lpstr>
      <vt:lpstr>PowerPoint Presentation</vt:lpstr>
      <vt:lpstr>Objective and Scope</vt:lpstr>
      <vt:lpstr>Problem Statement</vt:lpstr>
      <vt:lpstr>PowerPoint Presentation</vt:lpstr>
      <vt:lpstr>Methodology / Workflow</vt:lpstr>
      <vt:lpstr>Tools and Technologies</vt:lpstr>
      <vt:lpstr>Dataset Overview</vt:lpstr>
      <vt:lpstr>Data Cleaning and Transformation</vt:lpstr>
      <vt:lpstr>Power BI Dashboard 1: Sales Overview</vt:lpstr>
      <vt:lpstr>Power BI Dashboard 2: Analytical Deep Dive</vt:lpstr>
      <vt:lpstr>Key Insights</vt:lpstr>
      <vt:lpstr>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NRI Logistics</dc:creator>
  <cp:keywords/>
  <dc:description>generated using python-pptx</dc:description>
  <cp:lastModifiedBy>Dilip Datta Sai Vankayala</cp:lastModifiedBy>
  <cp:revision>13</cp:revision>
  <dcterms:created xsi:type="dcterms:W3CDTF">2013-01-27T09:14:16Z</dcterms:created>
  <dcterms:modified xsi:type="dcterms:W3CDTF">2025-11-10T08:56:52Z</dcterms:modified>
  <cp:category/>
</cp:coreProperties>
</file>